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9F691-A225-450C-BD8C-7FCF826521B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23FA1-4510-41DD-9631-7B540903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00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836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442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1542-9B70-BC2B-9F08-140B74A80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FF4D2-6C80-A2CC-EAED-B3641FDAE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753C5-02B9-7A15-D8E5-BE6B6885B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77CC0-21EA-AF6F-1F6D-58296E6BC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7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6790-5258-C145-D078-37EE5CC52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020DC-7466-A932-B5FA-02504A6C5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45FF-9210-F2C1-2448-37141AFD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663A9-C6FB-8B24-3018-AE57F947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94637-0C6A-4C97-5C22-A059280B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84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23063-87C4-8E7E-EDE2-88DE01BC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FDB1-38E2-468C-0A73-6059269AB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E457A-72C0-32BE-2FD3-E16E91E6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C26AB-B608-AFAC-CCC2-D8B214815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95575-427B-7133-65D0-702AB3620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59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EB22-96B6-81F7-6D6F-487FB59B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1C2EC-FA6A-2D32-4DF2-F6DCCFBBB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5FA3-C4A6-C2D4-A9AC-86525023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5C888-DF0E-D9CA-7264-6175C90B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EE776-0052-6FD7-B61F-AA2FE035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79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C8AA-9EB5-191E-7541-991C2302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FCB25-E3DE-6052-09A8-C8CAFAF13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B8FC9-6F15-38F0-8007-37DB8CEC7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EF501-287E-8F1C-53BA-8B1500C6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8696C-51B6-C08E-EEC1-D7C7A555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9DC0C-BBD7-BFAA-B152-28674868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25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21B5-79D2-7B2C-C791-FC9EB7A53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9014B-FC33-EAB4-4576-3526FA455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C5677-1842-69A9-D4B5-D4A0FFB6D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C29F86-DE07-2ED6-657E-8259CA248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E6AFB-0038-3F21-DDAB-EE8E4BC45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66D04-368B-E3A4-2DC9-79A354C47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AC324-72A1-38EF-DC80-0D553F9D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A3A865-3F86-DD39-018C-22B620F0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39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F2E9-AD77-E82D-BE8E-6634C013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0B881-A83D-ADE6-2B07-8AB04215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330C8-78D8-7CAD-06FD-26630EA4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0A805-3384-5B28-461D-F07758DD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54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AC3F3-EA2B-7051-58C8-A702D0A4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31288-FDFD-FA96-A76B-F0E478B81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2917A-9840-75D8-7279-06449730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9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89FA-7377-BD9D-19DC-0265D425A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4E79A-3B40-0511-5F1F-28FB7BB9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37721-91D2-F6A3-D38C-4BDC0884E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E24A1-2BEA-95E8-3ED6-B97400EA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6BA76-77D4-E443-6831-96FB4266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EB9D8-7E45-7003-282C-CE99BD73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37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5A76-A7A8-FBC7-C740-34FB701B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70D87-E5F9-27A6-DE67-1DF33FCD6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803AF-B348-1A9A-3A95-2560FFB91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79B81-9429-0ACC-35BB-ECE333BE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DAE19-1CE7-EFC7-0531-5C9594562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61CEE-0982-830E-2150-28928DED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84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78F4-F53F-B78F-AC2F-8B513D826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CCAC2-7892-EB75-8B95-74E62A6C2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F6B09-E76A-84D6-92D8-F5DA5A8F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54480-0DA9-C12C-ABE6-9334E9C9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0ED4C-2F5B-B52A-9B44-D5948E7C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57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99C509-7E72-525B-CFD7-E9B843EC8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230E8-FC19-32D5-50D5-94D4BB305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C01C7-6E3C-506A-1F03-86833DE1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0F01C-A5AF-EAD1-C23E-40F4A6A9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062DB-14AB-3DFE-A728-D5CA2123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87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C1BE1-9A9E-F8E4-25ED-A4E65918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8A641-BDA0-5476-5D78-A47CB40B6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A3A7E-CA78-393E-4CBB-2FC1984B8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9FD05-0299-461C-8121-9386E0C8B94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08830-DD7D-8DF0-C90F-DB7D4340D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D0242-EABB-C512-2E6A-711E665CE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06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4E15D-7C0F-103D-C652-7FEDA4F33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262107"/>
            <a:ext cx="11468100" cy="4859294"/>
          </a:xfrm>
        </p:spPr>
        <p:txBody>
          <a:bodyPr/>
          <a:lstStyle/>
          <a:p>
            <a:r>
              <a:rPr lang="en-IN" b="1" dirty="0">
                <a:latin typeface="Calibri (Body)"/>
              </a:rPr>
              <a:t>Introduction</a:t>
            </a:r>
            <a:r>
              <a:rPr lang="en-IN" dirty="0">
                <a:latin typeface="Calibri (Body)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P3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Calibri (Body)"/>
            </a:endParaRPr>
          </a:p>
          <a:p>
            <a:r>
              <a:rPr lang="en-IN" b="1" dirty="0">
                <a:latin typeface="Calibri (Body)"/>
              </a:rPr>
              <a:t>Motivation</a:t>
            </a:r>
            <a:r>
              <a:rPr lang="en-IN" dirty="0">
                <a:latin typeface="Calibri (Body)"/>
              </a:rPr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P3</a:t>
            </a:r>
          </a:p>
          <a:p>
            <a:pPr marL="0" indent="0">
              <a:buNone/>
            </a:pPr>
            <a:endParaRPr lang="en-IN" dirty="0">
              <a:latin typeface="Calibri (Body)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9C1118-8D58-9DA5-DCEF-3613F05119D1}"/>
              </a:ext>
            </a:extLst>
          </p:cNvPr>
          <p:cNvGrpSpPr/>
          <p:nvPr/>
        </p:nvGrpSpPr>
        <p:grpSpPr>
          <a:xfrm>
            <a:off x="0" y="6480699"/>
            <a:ext cx="12192000" cy="377301"/>
            <a:chOff x="0" y="6261100"/>
            <a:chExt cx="12192000" cy="596900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8421A50B-6609-AFDD-689D-A5E713D8CB29}"/>
                </a:ext>
              </a:extLst>
            </p:cNvPr>
            <p:cNvSpPr txBox="1">
              <a:spLocks/>
            </p:cNvSpPr>
            <p:nvPr/>
          </p:nvSpPr>
          <p:spPr>
            <a:xfrm>
              <a:off x="3286125" y="6261100"/>
              <a:ext cx="3663315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</a:t>
              </a:r>
            </a:p>
          </p:txBody>
        </p:sp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194475B1-5A5E-903F-BD8E-AC754086CE6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6261100"/>
              <a:ext cx="3286125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>
                  <a:latin typeface="+mn-lt"/>
                </a:rPr>
                <a:t>Name:</a:t>
              </a:r>
            </a:p>
          </p:txBody>
        </p:sp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7F1BD94E-A008-DACA-4BEF-C9BA1D850E6A}"/>
                </a:ext>
              </a:extLst>
            </p:cNvPr>
            <p:cNvSpPr txBox="1">
              <a:spLocks/>
            </p:cNvSpPr>
            <p:nvPr/>
          </p:nvSpPr>
          <p:spPr>
            <a:xfrm>
              <a:off x="6949440" y="6261100"/>
              <a:ext cx="5242560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Supervisor:</a:t>
              </a:r>
            </a:p>
          </p:txBody>
        </p:sp>
      </p:grpSp>
      <p:sp>
        <p:nvSpPr>
          <p:cNvPr id="26" name="Title 1">
            <a:extLst>
              <a:ext uri="{FF2B5EF4-FFF2-40B4-BE49-F238E27FC236}">
                <a16:creationId xmlns:a16="http://schemas.microsoft.com/office/drawing/2014/main" id="{EA836EDB-ED8F-3296-E9A3-25FEA0F16EBC}"/>
              </a:ext>
            </a:extLst>
          </p:cNvPr>
          <p:cNvSpPr txBox="1">
            <a:spLocks/>
          </p:cNvSpPr>
          <p:nvPr/>
        </p:nvSpPr>
        <p:spPr>
          <a:xfrm>
            <a:off x="0" y="-4116"/>
            <a:ext cx="12192000" cy="111764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1"/>
                </a:solidFill>
              </a:rPr>
              <a:t>Project title: 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4143F702-3024-9C8E-72C2-2C3DF86EF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8" r="30286"/>
          <a:stretch>
            <a:fillRect/>
          </a:stretch>
        </p:blipFill>
        <p:spPr>
          <a:xfrm>
            <a:off x="11064145" y="-8877"/>
            <a:ext cx="1127848" cy="112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7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8C635D8-8C28-BD2F-1F1E-E2E48CB6EE77}"/>
              </a:ext>
            </a:extLst>
          </p:cNvPr>
          <p:cNvGrpSpPr/>
          <p:nvPr/>
        </p:nvGrpSpPr>
        <p:grpSpPr>
          <a:xfrm>
            <a:off x="0" y="-8877"/>
            <a:ext cx="12192000" cy="1128532"/>
            <a:chOff x="0" y="1"/>
            <a:chExt cx="12192000" cy="112853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9D0A2EE0-154E-E948-B676-9A0EC519C2E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dirty="0"/>
                <a:t>Existing work / Literature review:</a:t>
              </a:r>
            </a:p>
          </p:txBody>
        </p:sp>
        <p:pic>
          <p:nvPicPr>
            <p:cNvPr id="8" name="Picture 7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0CA020E2-B0BE-DCB2-B3B3-3798AA429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8" r="30286"/>
            <a:stretch>
              <a:fillRect/>
            </a:stretch>
          </p:blipFill>
          <p:spPr>
            <a:xfrm>
              <a:off x="11064145" y="1"/>
              <a:ext cx="1127848" cy="1128532"/>
            </a:xfrm>
            <a:prstGeom prst="rect">
              <a:avLst/>
            </a:prstGeom>
          </p:spPr>
        </p:pic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014AF74-1ABF-BACD-0C3F-154679BAF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262107"/>
            <a:ext cx="11468100" cy="48592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P1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P3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Calibri (Body)"/>
            </a:endParaRPr>
          </a:p>
          <a:p>
            <a:r>
              <a:rPr lang="en-IN" b="1" dirty="0"/>
              <a:t>Gaps in the existing solutions/work</a:t>
            </a:r>
            <a:r>
              <a:rPr lang="en-IN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P3</a:t>
            </a:r>
          </a:p>
          <a:p>
            <a:pPr marL="0" indent="0">
              <a:buNone/>
            </a:pPr>
            <a:endParaRPr lang="en-IN" dirty="0">
              <a:latin typeface="Calibri (Body)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1E8370-1E87-22A3-3D16-7B650A51FA02}"/>
              </a:ext>
            </a:extLst>
          </p:cNvPr>
          <p:cNvGrpSpPr/>
          <p:nvPr/>
        </p:nvGrpSpPr>
        <p:grpSpPr>
          <a:xfrm>
            <a:off x="1" y="6480699"/>
            <a:ext cx="12191999" cy="377301"/>
            <a:chOff x="1" y="6261100"/>
            <a:chExt cx="12191999" cy="596900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D3E8704A-657C-CB51-5040-578F1774B5B4}"/>
                </a:ext>
              </a:extLst>
            </p:cNvPr>
            <p:cNvSpPr txBox="1">
              <a:spLocks/>
            </p:cNvSpPr>
            <p:nvPr/>
          </p:nvSpPr>
          <p:spPr>
            <a:xfrm>
              <a:off x="2212849" y="6261100"/>
              <a:ext cx="4736591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</a:t>
              </a:r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F30A105E-2283-5602-29E5-DF866B3FADE1}"/>
                </a:ext>
              </a:extLst>
            </p:cNvPr>
            <p:cNvSpPr txBox="1">
              <a:spLocks/>
            </p:cNvSpPr>
            <p:nvPr/>
          </p:nvSpPr>
          <p:spPr>
            <a:xfrm>
              <a:off x="1" y="6261100"/>
              <a:ext cx="2212848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>
                  <a:latin typeface="+mn-lt"/>
                </a:rPr>
                <a:t>Name: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17EC6BC5-2167-2E0C-2EBA-28FD769A6C6C}"/>
                </a:ext>
              </a:extLst>
            </p:cNvPr>
            <p:cNvSpPr txBox="1">
              <a:spLocks/>
            </p:cNvSpPr>
            <p:nvPr/>
          </p:nvSpPr>
          <p:spPr>
            <a:xfrm>
              <a:off x="4864608" y="6261100"/>
              <a:ext cx="7327392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Project Title: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036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86EA4-504E-4B44-A0FA-89B818D6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BD31F17-3A7D-4332-FF96-CD031DA0293F}"/>
              </a:ext>
            </a:extLst>
          </p:cNvPr>
          <p:cNvGrpSpPr/>
          <p:nvPr/>
        </p:nvGrpSpPr>
        <p:grpSpPr>
          <a:xfrm>
            <a:off x="0" y="-8877"/>
            <a:ext cx="12192000" cy="1128532"/>
            <a:chOff x="0" y="1"/>
            <a:chExt cx="12192000" cy="112853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48CE9F7E-6FC5-8134-76B2-E703B2F75801}"/>
                </a:ext>
              </a:extLst>
            </p:cNvPr>
            <p:cNvSpPr txBox="1">
              <a:spLocks/>
            </p:cNvSpPr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dirty="0"/>
                <a:t>Work Done till date:</a:t>
              </a:r>
            </a:p>
          </p:txBody>
        </p:sp>
        <p:pic>
          <p:nvPicPr>
            <p:cNvPr id="8" name="Picture 7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071D131A-A591-2D82-7001-4C9AE11B9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8" r="30286"/>
            <a:stretch>
              <a:fillRect/>
            </a:stretch>
          </p:blipFill>
          <p:spPr>
            <a:xfrm>
              <a:off x="11064145" y="1"/>
              <a:ext cx="1127848" cy="1128532"/>
            </a:xfrm>
            <a:prstGeom prst="rect">
              <a:avLst/>
            </a:prstGeom>
          </p:spPr>
        </p:pic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621886E-B3AF-1B89-B930-F27466552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262107"/>
            <a:ext cx="11468100" cy="4859294"/>
          </a:xfrm>
        </p:spPr>
        <p:txBody>
          <a:bodyPr>
            <a:normAutofit/>
          </a:bodyPr>
          <a:lstStyle/>
          <a:p>
            <a:r>
              <a:rPr lang="en-IN" b="1" dirty="0">
                <a:latin typeface="Calibri (Body)"/>
              </a:rPr>
              <a:t>Details of proposed work/solutions: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b="1" dirty="0">
              <a:latin typeface="Calibri (Body)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Calibri (Body)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Calibri (Body)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dirty="0">
              <a:latin typeface="Calibri (Body)"/>
            </a:endParaRPr>
          </a:p>
          <a:p>
            <a:endParaRPr lang="en-IN" b="1" dirty="0"/>
          </a:p>
          <a:p>
            <a:r>
              <a:rPr lang="en-IN" b="1" dirty="0"/>
              <a:t>Result achieved (if any):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>
                <a:latin typeface="Calibri (Body)"/>
              </a:rPr>
              <a:t>P3</a:t>
            </a:r>
          </a:p>
          <a:p>
            <a:pPr marL="0" indent="0">
              <a:buNone/>
            </a:pPr>
            <a:endParaRPr lang="en-IN" dirty="0">
              <a:latin typeface="Calibri (Body)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62E042-32F2-FA18-2746-0AFB933EE614}"/>
              </a:ext>
            </a:extLst>
          </p:cNvPr>
          <p:cNvGrpSpPr/>
          <p:nvPr/>
        </p:nvGrpSpPr>
        <p:grpSpPr>
          <a:xfrm>
            <a:off x="0" y="6480699"/>
            <a:ext cx="12192000" cy="377301"/>
            <a:chOff x="0" y="6261100"/>
            <a:chExt cx="12192000" cy="596900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32090CDE-A58B-E16F-A46A-1976839F89E1}"/>
                </a:ext>
              </a:extLst>
            </p:cNvPr>
            <p:cNvSpPr txBox="1">
              <a:spLocks/>
            </p:cNvSpPr>
            <p:nvPr/>
          </p:nvSpPr>
          <p:spPr>
            <a:xfrm>
              <a:off x="3200399" y="6261100"/>
              <a:ext cx="3084959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</a:t>
              </a:r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AB063C7F-3F5B-B978-63C2-9CF5E6412C5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6261100"/>
              <a:ext cx="3200399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>
                  <a:latin typeface="+mn-lt"/>
                </a:rPr>
                <a:t>Name: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FAE4836D-3588-F827-2BA9-CEE35B153A9C}"/>
                </a:ext>
              </a:extLst>
            </p:cNvPr>
            <p:cNvSpPr txBox="1">
              <a:spLocks/>
            </p:cNvSpPr>
            <p:nvPr/>
          </p:nvSpPr>
          <p:spPr>
            <a:xfrm>
              <a:off x="6285358" y="6261100"/>
              <a:ext cx="5906642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Project Title: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3342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</Words>
  <Application>Microsoft Office PowerPoint</Application>
  <PresentationFormat>Widescreen</PresentationFormat>
  <Paragraphs>42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(Body)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Manojit Ghose</dc:creator>
  <cp:lastModifiedBy>SANJAY MOULIK</cp:lastModifiedBy>
  <cp:revision>4</cp:revision>
  <dcterms:created xsi:type="dcterms:W3CDTF">2025-09-08T13:03:57Z</dcterms:created>
  <dcterms:modified xsi:type="dcterms:W3CDTF">2026-02-08T05:19:02Z</dcterms:modified>
</cp:coreProperties>
</file>